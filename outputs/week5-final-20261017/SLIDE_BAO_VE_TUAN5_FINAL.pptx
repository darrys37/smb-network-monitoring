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3ab3a6efca4ac5" /><Relationship Type="http://schemas.openxmlformats.org/officeDocument/2006/relationships/extended-properties" Target="/docProps/app.xml" Id="R6caadefb9f0b49f9" /><Relationship Type="http://schemas.openxmlformats.org/officeDocument/2006/relationships/officeDocument" Target="/ppt/presentation.xml" Id="Rf81b26c0411049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10c958469541bc"/>
  </p:sldMasterIdLst>
  <p:notesMasterIdLst>
    <p:notesMasterId xmlns:r="http://schemas.openxmlformats.org/officeDocument/2006/relationships" r:id="R4f8d8ae952b2480c"/>
  </p:notesMasterIdLst>
  <p:sldIdLst>
    <p:sldId xmlns:r="http://schemas.openxmlformats.org/officeDocument/2006/relationships" id="256" r:id="R05dc6a13359d4cba"/>
    <p:sldId xmlns:r="http://schemas.openxmlformats.org/officeDocument/2006/relationships" id="257" r:id="Rb6ca403d0c224537"/>
    <p:sldId xmlns:r="http://schemas.openxmlformats.org/officeDocument/2006/relationships" id="258" r:id="Rd9136e4123bb4f2f"/>
    <p:sldId xmlns:r="http://schemas.openxmlformats.org/officeDocument/2006/relationships" id="259" r:id="R51a0fe88977c4a24"/>
    <p:sldId xmlns:r="http://schemas.openxmlformats.org/officeDocument/2006/relationships" id="260" r:id="Rb9a6f729057a4e8a"/>
    <p:sldId xmlns:r="http://schemas.openxmlformats.org/officeDocument/2006/relationships" id="261" r:id="R888a7707be334739"/>
    <p:sldId xmlns:r="http://schemas.openxmlformats.org/officeDocument/2006/relationships" id="262" r:id="R8d21b456efb54eb8"/>
    <p:sldId xmlns:r="http://schemas.openxmlformats.org/officeDocument/2006/relationships" id="263" r:id="R95d2372fd5f542ca"/>
    <p:sldId xmlns:r="http://schemas.openxmlformats.org/officeDocument/2006/relationships" id="264" r:id="R1bd53fb172064795"/>
    <p:sldId xmlns:r="http://schemas.openxmlformats.org/officeDocument/2006/relationships" id="265" r:id="R6fc3098cc2234f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f36ce475a04ce3" /><Relationship Type="http://schemas.openxmlformats.org/officeDocument/2006/relationships/slideMaster" Target="/ppt/slideMasters/slideMaster1.xml" Id="R2910c958469541bc" /><Relationship Type="http://schemas.openxmlformats.org/officeDocument/2006/relationships/notesMaster" Target="/ppt/notesMasters/notesMaster1.xml" Id="R4f8d8ae952b2480c" /><Relationship Type="http://schemas.openxmlformats.org/officeDocument/2006/relationships/presProps" Target="/ppt/presProps.xml" Id="Rc77330dfbacd4155" /><Relationship Type="http://schemas.openxmlformats.org/officeDocument/2006/relationships/tableStyles" Target="/ppt/tableStyles.xml" Id="R403afe0ae3eb416e" /><Relationship Type="http://schemas.openxmlformats.org/officeDocument/2006/relationships/slide" Target="/ppt/slides/slide1.xml" Id="R05dc6a13359d4cba" /><Relationship Type="http://schemas.openxmlformats.org/officeDocument/2006/relationships/slide" Target="/ppt/slides/slide2.xml" Id="Rb6ca403d0c224537" /><Relationship Type="http://schemas.openxmlformats.org/officeDocument/2006/relationships/slide" Target="/ppt/slides/slide3.xml" Id="Rd9136e4123bb4f2f" /><Relationship Type="http://schemas.openxmlformats.org/officeDocument/2006/relationships/slide" Target="/ppt/slides/slide4.xml" Id="R51a0fe88977c4a24" /><Relationship Type="http://schemas.openxmlformats.org/officeDocument/2006/relationships/slide" Target="/ppt/slides/slide5.xml" Id="Rb9a6f729057a4e8a" /><Relationship Type="http://schemas.openxmlformats.org/officeDocument/2006/relationships/slide" Target="/ppt/slides/slide6.xml" Id="R888a7707be334739" /><Relationship Type="http://schemas.openxmlformats.org/officeDocument/2006/relationships/slide" Target="/ppt/slides/slide7.xml" Id="R8d21b456efb54eb8" /><Relationship Type="http://schemas.openxmlformats.org/officeDocument/2006/relationships/slide" Target="/ppt/slides/slide8.xml" Id="R95d2372fd5f542ca" /><Relationship Type="http://schemas.openxmlformats.org/officeDocument/2006/relationships/slide" Target="/ppt/slides/slide9.xml" Id="R1bd53fb172064795" /><Relationship Type="http://schemas.openxmlformats.org/officeDocument/2006/relationships/slide" Target="/ppt/slides/slide10.xml" Id="R6fc3098cc223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065b38e7b4b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bd07f9a74d4609" /><Relationship Type="http://schemas.openxmlformats.org/officeDocument/2006/relationships/notesMaster" Target="/ppt/notesMasters/notesMaster1.xml" Id="Rad62fc8a989a4a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d16d5dd5724dd8" /><Relationship Type="http://schemas.openxmlformats.org/officeDocument/2006/relationships/notesMaster" Target="/ppt/notesMasters/notesMaster1.xml" Id="R5efa5e14102b4e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21987ec2a4d32" /><Relationship Type="http://schemas.openxmlformats.org/officeDocument/2006/relationships/notesMaster" Target="/ppt/notesMasters/notesMaster1.xml" Id="Rf0c48275248b4b1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7a413ddce440d9" /><Relationship Type="http://schemas.openxmlformats.org/officeDocument/2006/relationships/notesMaster" Target="/ppt/notesMasters/notesMaster1.xml" Id="R104e5698f3a640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dcf4da108480c" /><Relationship Type="http://schemas.openxmlformats.org/officeDocument/2006/relationships/notesMaster" Target="/ppt/notesMasters/notesMaster1.xml" Id="R0d0c1a0219044c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30636e725941d4" /><Relationship Type="http://schemas.openxmlformats.org/officeDocument/2006/relationships/notesMaster" Target="/ppt/notesMasters/notesMaster1.xml" Id="Rc4c3f61ffe27430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45d7eb44e4644" /><Relationship Type="http://schemas.openxmlformats.org/officeDocument/2006/relationships/notesMaster" Target="/ppt/notesMasters/notesMaster1.xml" Id="R00b338890aa943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81355b8ede546c0" /><Relationship Type="http://schemas.openxmlformats.org/officeDocument/2006/relationships/notesMaster" Target="/ppt/notesMasters/notesMaster1.xml" Id="R80a01304586d4a0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9ca0e9c86242f4" /><Relationship Type="http://schemas.openxmlformats.org/officeDocument/2006/relationships/notesMaster" Target="/ppt/notesMasters/notesMaster1.xml" Id="R97ddeda1fe8649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c4fb5d41a8400a" /><Relationship Type="http://schemas.openxmlformats.org/officeDocument/2006/relationships/notesMaster" Target="/ppt/notesMasters/notesMaster1.xml" Id="R2f3699f5698645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docs/CHUONG_2_KIEN_TRUC_VA_TRIEN_KHAI.md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README.md; docs/CHUONG_2_KIEN_TRUC_VA_TRIEN_KHAI.md, mục2.1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docs/CHUONG_2_KIEN_TRUC_VA_TRIEN_KHAI.md, mục2.2; evidence/week5/day31-20261017/virtualbox-runtime.json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diagnosis-engine/app.py; repository.py; recovery.py; report.py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diagnosis-engine/roadmap_rules.py; docs/CHUONG_2_KIEN_TRUC_VA_TRIEN_KHAI.md, mục2.6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evidence/week5/day30-20261017/timing-summary.csv; plotted-points.csv. Values are lower-bound medians in seconds, not confidence intervals.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evidence/week5/day30-20261017/diagnosis-outcomes.csv; evidence/week5/day29-20261017/attempts.csv. Each scenario has3 valid faults; aborted R5-03 is excluded before injection.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docs/KICH_BAN_DEMO_10_PHUT.md; docs/HUONG_DAN_CAI_DAT_VA_KHOI_PHUC.md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docs/CHUONG_3_THUC_NGHIEM_VA_DANH_GIA.md; evidence/week4/official-runs/R5-02/incident.json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Nguồn trong project C:/Users/Darrys/do-an/: docs/CAU_HOI_BAO_VE.md; docs/CHUONG_2_KIEN_TRUC_VA_TRIEN_KHAI.md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0f591ce93e4f0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3594b86f5e4ec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7a881cb1c443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c69ec2fa2a4a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f98ec02e546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668f17eaf143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541C66-1844-4DAC-A141-6EED6EE47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28DB145-0932-4C95-9665-11F58BF7695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2B4483-9735-4F0B-96F1-D5D8D5D9F4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3F3E20-F05E-47E8-A47F-840568F20F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E53B98-1A3B-42D7-A0D5-1CD7AC2AF9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AD85DB4-B597-40E1-9876-E2F3B0F00F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67C3E5-6DD5-4AF3-B96B-510000FFE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6E9AF08-5FEE-4264-BE41-D918F60194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9DB6DD-6FE7-44F7-962E-C9D72E2AEF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E43DCE8-5CF8-4820-84E3-634265C42F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6eeca7a6744a8c" /><Relationship Type="http://schemas.openxmlformats.org/officeDocument/2006/relationships/slideLayout" Target="/ppt/slideLayouts/slideLayout1.xml" Id="R2eb8a3bedf104c3b" /><Relationship Type="http://schemas.openxmlformats.org/officeDocument/2006/relationships/slideLayout" Target="/ppt/slideLayouts/slideLayout2.xml" Id="R4fb8abcbfcbb4ace" /><Relationship Type="http://schemas.openxmlformats.org/officeDocument/2006/relationships/slideLayout" Target="/ppt/slideLayouts/slideLayout3.xml" Id="Rba858832509d45e0" /><Relationship Type="http://schemas.openxmlformats.org/officeDocument/2006/relationships/slideLayout" Target="/ppt/slideLayouts/slideLayout4.xml" Id="Rb8014566bc0347ad" /><Relationship Type="http://schemas.openxmlformats.org/officeDocument/2006/relationships/slideLayout" Target="/ppt/slideLayouts/slideLayout5.xml" Id="R00b6c5a6b45c4699" /><Relationship Type="http://schemas.openxmlformats.org/officeDocument/2006/relationships/slideLayout" Target="/ppt/slideLayouts/slideLayout6.xml" Id="R65bda7c1495344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8a3bedf104c3b"/>
    <p:sldLayoutId xmlns:r="http://schemas.openxmlformats.org/officeDocument/2006/relationships" id="2147483650" r:id="R4fb8abcbfcbb4ace"/>
    <p:sldLayoutId xmlns:r="http://schemas.openxmlformats.org/officeDocument/2006/relationships" id="2147483651" r:id="Rba858832509d45e0"/>
    <p:sldLayoutId xmlns:r="http://schemas.openxmlformats.org/officeDocument/2006/relationships" id="2147483652" r:id="Rb8014566bc0347ad"/>
    <p:sldLayoutId xmlns:r="http://schemas.openxmlformats.org/officeDocument/2006/relationships" id="2147483653" r:id="R00b6c5a6b45c4699"/>
    <p:sldLayoutId xmlns:r="http://schemas.openxmlformats.org/officeDocument/2006/relationships" id="2147483654" r:id="R65bda7c1495344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ea8bfad88647c4" /><Relationship Type="http://schemas.openxmlformats.org/officeDocument/2006/relationships/notesSlide" Target="/ppt/notesSlides/notesSlide1.xml" Id="Ra971e41c521b42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6f3a78ff124ffd" /><Relationship Type="http://schemas.openxmlformats.org/officeDocument/2006/relationships/notesSlide" Target="/ppt/notesSlides/notesSlide2.xml" Id="Rf80594fa48ee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bd76a2168b45b8" /><Relationship Type="http://schemas.openxmlformats.org/officeDocument/2006/relationships/notesSlide" Target="/ppt/notesSlides/notesSlide3.xml" Id="Rd3f6042228264c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a61c8ce09f40b0" /><Relationship Type="http://schemas.openxmlformats.org/officeDocument/2006/relationships/notesSlide" Target="/ppt/notesSlides/notesSlide4.xml" Id="R6a299722290340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f1e79455f44f3f" /><Relationship Type="http://schemas.openxmlformats.org/officeDocument/2006/relationships/notesSlide" Target="/ppt/notesSlides/notesSlide5.xml" Id="R3fa6dfe29fcf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8b6d5294de498e" /><Relationship Type="http://schemas.openxmlformats.org/officeDocument/2006/relationships/chart" Target="/ppt/slides/charts/chart1.xml" Id="R02799c6790c941fd" /><Relationship Type="http://schemas.openxmlformats.org/officeDocument/2006/relationships/notesSlide" Target="/ppt/notesSlides/notesSlide6.xml" Id="Rb289630a775b45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7dffdfbf064956" /><Relationship Type="http://schemas.openxmlformats.org/officeDocument/2006/relationships/chart" Target="/ppt/slides/charts/chart2.xml" Id="Rce42297261e047ad" /><Relationship Type="http://schemas.openxmlformats.org/officeDocument/2006/relationships/notesSlide" Target="/ppt/notesSlides/notesSlide7.xml" Id="R78f826713d4448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c4148e61184736" /><Relationship Type="http://schemas.openxmlformats.org/officeDocument/2006/relationships/notesSlide" Target="/ppt/notesSlides/notesSlide8.xml" Id="Rbf8547a6aaf64d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66aa73cd6146f5" /><Relationship Type="http://schemas.openxmlformats.org/officeDocument/2006/relationships/notesSlide" Target="/ppt/notesSlides/notesSlide9.xml" Id="R2adbb70f50f94f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02b37819184199" /><Relationship Type="http://schemas.openxmlformats.org/officeDocument/2006/relationships/notesSlide" Target="/ppt/notesSlides/notesSlide10.xml" Id="R35ec85e4d31a4a7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DT median cận dưới (giây)</c:v>
          </c:tx>
          <c:spPr>
            <a:solidFill xmlns:a="http://schemas.openxmlformats.org/drawingml/2006/main">
              <a:srgbClr val="267B69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19</c:v>
                </c:pt>
                <c:pt idx="1">
                  <c:v>10</c:v>
                </c:pt>
                <c:pt idx="2">
                  <c:v>269</c:v>
                </c:pt>
                <c:pt idx="3">
                  <c:v>77</c:v>
                </c:pt>
                <c:pt idx="4">
                  <c:v>24</c:v>
                </c:pt>
                <c:pt idx="5">
                  <c:v>356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7EB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Khớp mục tiêu /3</c:v>
          </c:tx>
          <c:spPr>
            <a:solidFill xmlns:a="http://schemas.openxmlformats.org/drawingml/2006/main">
              <a:srgbClr val="267B69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'Chart Data'!$B$2:$B$7</c:f>
              <c:numCache>
                <c:formatCode>0</c:formatCode>
                <c:ptCount val="6"/>
                <c:pt idx="0">
                  <c:v>3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C31CE-34E7-425E-AA18-C363335C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Giám sát và hỗ trợ chẩn đoán</a:t>
            </a:r>
          </a:p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sự cố mạng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731EC-BF99-4321-BA50-C83C06AE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267B6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67B69"/>
                </a:solidFill>
                <a:latin typeface="Arial"/>
                <a:ea typeface="Arial"/>
                <a:cs typeface="Arial"/>
              </a:rPr>
              <a:t>Zabbix 7.0 LTS · Python CLI · SQLite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21A43-F942-4C59-9CFE-E71C712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3B52"/>
                </a:solidFill>
                <a:latin typeface="Arial"/>
                <a:ea typeface="Arial"/>
                <a:cs typeface="Arial"/>
              </a:rPr>
              <a:t>Lab ba máy ảo và 18 lượt thử có truy vết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28CF11-2A20-4054-9342-D7FC19B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72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Báo cáo kỹ thuật · tháng 10/2026</a:t>
            </a:r>
          </a:p>
        </p:txBody>
      </p:sp>
    </p:spTree>
    <p:extLst>
      <p:ext uri="{BB962C8B-B14F-4D97-AF65-F5344CB8AC3E}">
        <p14:creationId xmlns:p14="http://schemas.microsoft.com/office/powerpoint/2010/main" val="10740829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81B062-C008-420E-84D5-580CBD07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Bài toán và phạm vi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E94E9-192E-432E-BCD5-051A18854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Zabbix phát hiện triệu chứng qua metric và trigger.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737D61-A320-4ED9-BADD-66B43554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Module thu bằng chứng để giải thích giả thuyết nguyên nhân.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91E8C-C633-4FEF-A64A-EF224DB7B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Người vận hành chọn event và quyết định xử lý.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08D05-CDB0-4B7A-AF4A-E68A353D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Sản phẩm dùng sáu luật; chưa tự khắc phục sự cố.</a:t>
            </a:r>
          </a:p>
        </p:txBody>
      </p:sp>
    </p:spTree>
    <p:extLst>
      <p:ext uri="{BB962C8B-B14F-4D97-AF65-F5344CB8AC3E}">
        <p14:creationId xmlns:p14="http://schemas.microsoft.com/office/powerpoint/2010/main" val="14412059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FEB06-16AA-49BF-A810-8ED5B571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Mô hình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D871D-C8F8-4B92-8BBA-87069374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MON01 .10: Zabbix, MySQL, frontend và Python CLI.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D0578-2D19-411F-9C4D-8B3AD5EE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SRV01 .20: Nginx, Agent 2, đích thử HTTP và CPU.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A245C-2A4B-4241-973F-8BD7B488C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CLI01 .30: Agent 2, observer DNS và host đối chứng.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1EF70D-2E6C-4AFB-B54C-38756901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Cùng Host-only /24; NAT riêng, không có gateway lab chung.</a:t>
            </a:r>
          </a:p>
        </p:txBody>
      </p:sp>
    </p:spTree>
    <p:extLst>
      <p:ext uri="{BB962C8B-B14F-4D97-AF65-F5344CB8AC3E}">
        <p14:creationId xmlns:p14="http://schemas.microsoft.com/office/powerpoint/2010/main" val="69222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45524-9F12-4521-B388-B40DC94E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Luồng chẩn đoán và hồ sơ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56DE1-5C37-47DC-874A-0611B094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Xác minh problem còn mở, đúng event và host.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76FF4-81C6-4B9C-BA5F-2B2149AD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Thu ping, TCP, metric và probe từ đúng observer.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7E464-E3C3-491A-9D5B-A94D8FC9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Đánh giá luật, kiểm tra lại event rồi lưu transaction SQLite.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AC1745-81AD-44A3-8E0C-CECBDDDE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Xác minh recovery liên kết; giữ evidence gốc trong report.</a:t>
            </a:r>
          </a:p>
        </p:txBody>
      </p:sp>
    </p:spTree>
    <p:extLst>
      <p:ext uri="{BB962C8B-B14F-4D97-AF65-F5344CB8AC3E}">
        <p14:creationId xmlns:p14="http://schemas.microsoft.com/office/powerpoint/2010/main" val="15203213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4353E-26C8-4EA2-A98D-6EA0F63E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Sáu luật có ba trạng thái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01BF5-4B45-45B2-A4E1-1A835BE3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52"/>
                </a:solidFill>
                <a:latin typeface="Arial"/>
                <a:ea typeface="Arial"/>
                <a:cs typeface="Arial"/>
              </a:rPr>
              <a:t>R1 kết nối host       R2 HTTP/service       R3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7734F8-F0DA-4B46-82E4-B35F90AA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173B5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73B52"/>
                </a:solidFill>
                <a:latin typeface="Arial"/>
                <a:ea typeface="Arial"/>
                <a:cs typeface="Arial"/>
              </a:rPr>
              <a:t>R4 DNS                    R5 đường HTTP          R6 CPU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7A164-E206-4ADF-A901-207C0A08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43375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267B6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67B69"/>
                </a:solidFill>
                <a:latin typeface="Arial"/>
                <a:ea typeface="Arial"/>
                <a:cs typeface="Arial"/>
              </a:rPr>
              <a:t>matched · not_matched · insufficient_evidence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B9D32-5DA3-4EB6-97A2-5D869515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R1/R2/R5 cùng dùng problem HTTP; evidence bổ sung giúp phân biệt.</a:t>
            </a:r>
          </a:p>
        </p:txBody>
      </p:sp>
    </p:spTree>
    <p:extLst>
      <p:ext uri="{BB962C8B-B14F-4D97-AF65-F5344CB8AC3E}">
        <p14:creationId xmlns:p14="http://schemas.microsoft.com/office/powerpoint/2010/main" val="457093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2843C-4A1A-4FC9-BFBB-2ED1725B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Thời gian phát hiện theo kịch bản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A0B99B8-B989-4809-9C68-9EF8B5458848}"/>
              </a:ext>
            </a:extLst>
          </p:cNvPr>
          <p:cNvGraphicFramePr/>
          <p:nvPr/>
        </p:nvGraphicFramePr>
        <p:xfrm>
          <a:off xmlns:a="http://schemas.openxmlformats.org/drawingml/2006/main" x="809625" y="1524000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799c6790c941f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C724D-7E79-420B-A3ED-D224593E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n=3 mỗi loại · Cận dưới DT · Cận trên và từng lượt có trong CSV</a:t>
            </a:r>
          </a:p>
        </p:txBody>
      </p:sp>
    </p:spTree>
    <p:extLst>
      <p:ext uri="{BB962C8B-B14F-4D97-AF65-F5344CB8AC3E}">
        <p14:creationId xmlns:p14="http://schemas.microsoft.com/office/powerpoint/2010/main" val="1022053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5718E-E0A8-4B87-8DAE-B322DF83A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Luật mục tiêu khớp 18/18 fault hợp lệ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56A8F58D-57FA-4434-872F-C882FABE6370}"/>
              </a:ext>
            </a:extLst>
          </p:cNvPr>
          <p:cNvGraphicFramePr/>
          <p:nvPr/>
        </p:nvGraphicFramePr>
        <p:xfrm>
          <a:off xmlns:a="http://schemas.openxmlformats.org/drawingml/2006/main" x="809625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e42297261e047ad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E7CDF-BD95-4EEB-8DDD-B260D894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267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26775"/>
                </a:solidFill>
                <a:latin typeface="Arial"/>
                <a:ea typeface="Arial"/>
                <a:cs typeface="Arial"/>
              </a:rPr>
              <a:t>Chưa có mẫu âm để tính accuracy tổng quát hoặc false-positive rate.</a:t>
            </a:r>
          </a:p>
        </p:txBody>
      </p:sp>
    </p:spTree>
    <p:extLst>
      <p:ext uri="{BB962C8B-B14F-4D97-AF65-F5344CB8AC3E}">
        <p14:creationId xmlns:p14="http://schemas.microsoft.com/office/powerpoint/2010/main" val="4666732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AAA7E-4450-4A8D-9669-44CF1BA0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Demo Nginx trong 10 phút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FEA6C6-9320-47ED-A2F5-94CF5A95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0–2 phút: topology, dashboard và trạng thái nền.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E30065-68F7-4B02-8210-8FB834E74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2–6 phút: timer rollback, dừng Nginx, problem và diagnosis.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A4992-F163-411A-A9C3-2C87D729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6–8 phút: bật lại Nginx, recovery và incident closed.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B659F-98BB-4E8B-A1F0-BDDDD3F9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8–10 phút: số liệu, giới hạn và hướng mở rộng.</a:t>
            </a:r>
          </a:p>
        </p:txBody>
      </p:sp>
    </p:spTree>
    <p:extLst>
      <p:ext uri="{BB962C8B-B14F-4D97-AF65-F5344CB8AC3E}">
        <p14:creationId xmlns:p14="http://schemas.microsoft.com/office/powerpoint/2010/main" val="1470804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D0074-F9F8-49FC-888A-FDEA940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Giới hạn của bộ thực nghiệm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C3429-2314-4F82-A4EB-0C073D21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Ba lượt mỗi loại, cùng laptop và topology nhỏ.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9301A3-D785-4164-9EE9-7E69386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Baseline 30 phút 06 giây; chưa đánh giá vận hành dài hạn.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6AA0C-B13E-41CC-9CE9-23608C6F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24/108 đầu ra luật thiếu evidence; giữ nguyên trạng thái.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622D3-D7CA-4F99-A843-1D1AB9B4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CLI elapsed gồm API, thu dữ liệu, luật và ghi SQLite.</a:t>
            </a:r>
          </a:p>
        </p:txBody>
      </p:sp>
    </p:spTree>
    <p:extLst>
      <p:ext uri="{BB962C8B-B14F-4D97-AF65-F5344CB8AC3E}">
        <p14:creationId xmlns:p14="http://schemas.microsoft.com/office/powerpoint/2010/main" val="471395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9B0B9-B937-4DC9-9758-897CED0A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0050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3C59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23C59"/>
                </a:solidFill>
                <a:latin typeface="Arial"/>
                <a:ea typeface="Arial"/>
                <a:cs typeface="Arial"/>
              </a:rPr>
              <a:t>Đóng góp và hướng mở rộng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B46B3-24C5-4E4D-A60F-59658D6C6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Hồ sơ truy vết event, evidence, luật và recovery đã xác minh.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8FAB73-64FF-4965-A865-F509CD67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Cơ chế từ chối dữ liệu thiếu, sai observer hoặc bundle trùng.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101CF9-EBC6-41D2-B562-516F518D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Bước tiếp theo: tập âm độc lập, nhiều host và topology.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8FC2E-19E4-406B-BD62-4E82047B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1487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defPPr>
            <a:lvl1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1pPr>
            <a:lvl2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2pPr>
            <a:lvl3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3pPr>
            <a:lvl4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4pPr>
            <a:lvl5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5pPr>
            <a:lvl6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6pPr>
            <a:lvl7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7pPr>
            <a:lvl8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8pPr>
            <a:lvl9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63D4D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63D4D"/>
                </a:solidFill>
                <a:latin typeface="Arial"/>
                <a:ea typeface="Arial"/>
                <a:cs typeface="Arial"/>
              </a:rPr>
              <a:t>Đo từng pha và response-time để kiểm chứng tác động ứng dụng.</a:t>
            </a:r>
          </a:p>
        </p:txBody>
      </p:sp>
    </p:spTree>
    <p:extLst>
      <p:ext uri="{BB962C8B-B14F-4D97-AF65-F5344CB8AC3E}">
        <p14:creationId xmlns:p14="http://schemas.microsoft.com/office/powerpoint/2010/main" val="13609994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2026-10-17T02:29:58.3620000Z</dcterms:created>
  <dcterms:modified xsi:type="dcterms:W3CDTF">2026-10-17T02:29:58.3620000Z</dcterms:modified>
</coreProperties>
</file>